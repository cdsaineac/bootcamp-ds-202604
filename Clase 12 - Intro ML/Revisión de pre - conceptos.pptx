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5"/>
  </p:notesMasterIdLst>
  <p:sldIdLst>
    <p:sldId id="256" r:id="rId3"/>
    <p:sldId id="257" r:id="rId4"/>
  </p:sldIdLst>
  <p:sldSz cx="9144000" cy="5143500" type="screen16x9"/>
  <p:notesSz cx="6858000" cy="9144000"/>
  <p:embeddedFontLst>
    <p:embeddedFont>
      <p:font typeface="Urbanist" panose="020B0604020202020204" charset="0"/>
      <p:regular r:id="rId6"/>
      <p:bold r:id="rId7"/>
      <p:italic r:id="rId8"/>
      <p:boldItalic r:id="rId9"/>
    </p:embeddedFont>
    <p:embeddedFont>
      <p:font typeface="Urbanist Medium" panose="020B0604020202020204" charset="0"/>
      <p:regular r:id="rId10"/>
      <p:bold r:id="rId11"/>
      <p:italic r:id="rId12"/>
      <p:boldItalic r:id="rId13"/>
    </p:embeddedFont>
    <p:embeddedFont>
      <p:font typeface="Urbanist SemiBold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a184fbdd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0" name="Google Shape;480;g3a184fbdd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a184fbdd34_0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3a184fbdd34_0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4"/>
          <p:cNvPicPr preferRelativeResize="0"/>
          <p:nvPr/>
        </p:nvPicPr>
        <p:blipFill rotWithShape="1">
          <a:blip r:embed="rId2">
            <a:alphaModFix amt="50000"/>
          </a:blip>
          <a:srcRect l="3133" t="16785" r="7834" b="8145"/>
          <a:stretch/>
        </p:blipFill>
        <p:spPr>
          <a:xfrm rot="10800000" flipH="1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4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" name="Google Shape;63;p1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64" name="Google Shape;64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" name="Google Shape;65;p14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ALT 1">
  <p:cSld name="BLANK_1_1_2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228600" y="395043"/>
            <a:ext cx="6480300" cy="587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5" name="Google Shape;75;p1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76" name="Google Shape;76;p1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77" name="Google Shape;77;p1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ur values">
  <p:cSld name="BLANK_1_1_1_1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7223400" cy="422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86" name="Google Shape;86;p1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" name="Google Shape;87;p16"/>
          <p:cNvSpPr txBox="1">
            <a:spLocks noGrp="1"/>
          </p:cNvSpPr>
          <p:nvPr>
            <p:ph type="subTitle" idx="5"/>
          </p:nvPr>
        </p:nvSpPr>
        <p:spPr>
          <a:xfrm>
            <a:off x="254625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subTitle" idx="6"/>
          </p:nvPr>
        </p:nvSpPr>
        <p:spPr>
          <a:xfrm>
            <a:off x="3275850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7"/>
          </p:nvPr>
        </p:nvSpPr>
        <p:spPr>
          <a:xfrm>
            <a:off x="6215463" y="1638300"/>
            <a:ext cx="1128900" cy="118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800"/>
              <a:buFont typeface="Urbanist"/>
              <a:buNone/>
              <a:defRPr sz="4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body" idx="8"/>
          </p:nvPr>
        </p:nvSpPr>
        <p:spPr>
          <a:xfrm>
            <a:off x="288575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body" idx="9"/>
          </p:nvPr>
        </p:nvSpPr>
        <p:spPr>
          <a:xfrm>
            <a:off x="6121413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13"/>
          </p:nvPr>
        </p:nvSpPr>
        <p:spPr>
          <a:xfrm>
            <a:off x="3192450" y="3386400"/>
            <a:ext cx="2665200" cy="11883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nd image ALT 2">
  <p:cSld name="CUSTOM_3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>
            <a:spLocks noGrp="1"/>
          </p:cNvSpPr>
          <p:nvPr>
            <p:ph type="pic" idx="2"/>
          </p:nvPr>
        </p:nvSpPr>
        <p:spPr>
          <a:xfrm>
            <a:off x="246150" y="237650"/>
            <a:ext cx="4196400" cy="4438200"/>
          </a:xfrm>
          <a:prstGeom prst="rect">
            <a:avLst/>
          </a:prstGeom>
          <a:noFill/>
          <a:ln>
            <a:noFill/>
          </a:ln>
        </p:spPr>
      </p:sp>
      <p:sp>
        <p:nvSpPr>
          <p:cNvPr id="95" name="Google Shape;95;p17"/>
          <p:cNvSpPr txBox="1">
            <a:spLocks noGrp="1"/>
          </p:cNvSpPr>
          <p:nvPr>
            <p:ph type="title"/>
          </p:nvPr>
        </p:nvSpPr>
        <p:spPr>
          <a:xfrm>
            <a:off x="4591800" y="304700"/>
            <a:ext cx="3861900" cy="19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title" idx="3"/>
          </p:nvPr>
        </p:nvSpPr>
        <p:spPr>
          <a:xfrm>
            <a:off x="4591800" y="738425"/>
            <a:ext cx="4290000" cy="20514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3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body" idx="1"/>
          </p:nvPr>
        </p:nvSpPr>
        <p:spPr>
          <a:xfrm>
            <a:off x="4618950" y="2205375"/>
            <a:ext cx="4290000" cy="16296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subTitle" idx="4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subTitle" idx="5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subTitle" idx="6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01" name="Google Shape;101;p1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1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cxnSp>
        <p:nvCxnSpPr>
          <p:cNvPr id="103" name="Google Shape;103;p17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4" name="Google Shape;104;p17"/>
          <p:cNvCxnSpPr/>
          <p:nvPr/>
        </p:nvCxnSpPr>
        <p:spPr>
          <a:xfrm>
            <a:off x="4444600" y="570000"/>
            <a:ext cx="44709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" name="Google Shape;105;p17"/>
          <p:cNvCxnSpPr/>
          <p:nvPr/>
        </p:nvCxnSpPr>
        <p:spPr>
          <a:xfrm>
            <a:off x="4442500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" name="Google Shape;106;p1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1">
  <p:cSld name="BLANK_1_1_1_1_3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09" name="Google Shape;109;p18"/>
          <p:cNvSpPr>
            <a:spLocks noGrp="1"/>
          </p:cNvSpPr>
          <p:nvPr>
            <p:ph type="pic" idx="2"/>
          </p:nvPr>
        </p:nvSpPr>
        <p:spPr>
          <a:xfrm>
            <a:off x="4523050" y="7379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18"/>
          <p:cNvSpPr>
            <a:spLocks noGrp="1"/>
          </p:cNvSpPr>
          <p:nvPr>
            <p:ph type="pic" idx="3"/>
          </p:nvPr>
        </p:nvSpPr>
        <p:spPr>
          <a:xfrm>
            <a:off x="6752100" y="737775"/>
            <a:ext cx="2164800" cy="1350300"/>
          </a:xfrm>
          <a:prstGeom prst="roundRect">
            <a:avLst>
              <a:gd name="adj" fmla="val 7802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18"/>
          <p:cNvSpPr>
            <a:spLocks noGrp="1"/>
          </p:cNvSpPr>
          <p:nvPr>
            <p:ph type="pic" idx="4"/>
          </p:nvPr>
        </p:nvSpPr>
        <p:spPr>
          <a:xfrm>
            <a:off x="4523050" y="2158000"/>
            <a:ext cx="4394100" cy="2282700"/>
          </a:xfrm>
          <a:prstGeom prst="roundRect">
            <a:avLst>
              <a:gd name="adj" fmla="val 6108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18"/>
          <p:cNvSpPr txBox="1">
            <a:spLocks noGrp="1"/>
          </p:cNvSpPr>
          <p:nvPr>
            <p:ph type="body" idx="1"/>
          </p:nvPr>
        </p:nvSpPr>
        <p:spPr>
          <a:xfrm>
            <a:off x="233850" y="3127075"/>
            <a:ext cx="2920800" cy="1313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13" name="Google Shape;113;p18"/>
          <p:cNvSpPr txBox="1">
            <a:spLocks noGrp="1"/>
          </p:cNvSpPr>
          <p:nvPr>
            <p:ph type="subTitle" idx="5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subTitle" idx="6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subTitle" idx="7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16" name="Google Shape;116;p1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7" name="Google Shape;117;p1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18" name="Google Shape;118;p18"/>
          <p:cNvSpPr txBox="1">
            <a:spLocks noGrp="1"/>
          </p:cNvSpPr>
          <p:nvPr>
            <p:ph type="subTitle" idx="8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19" name="Google Shape;119;p1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ALT 1">
  <p:cSld name="BLANK_1_1_1_1_2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9"/>
          <p:cNvPicPr preferRelativeResize="0"/>
          <p:nvPr/>
        </p:nvPicPr>
        <p:blipFill rotWithShape="1">
          <a:blip r:embed="rId2">
            <a:alphaModFix amt="60000"/>
          </a:blip>
          <a:srcRect r="15469" b="14588"/>
          <a:stretch/>
        </p:blipFill>
        <p:spPr>
          <a:xfrm>
            <a:off x="25" y="1172500"/>
            <a:ext cx="5181349" cy="349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3" name="Google Shape;123;p1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25" name="Google Shape;125;p19"/>
          <p:cNvSpPr txBox="1">
            <a:spLocks noGrp="1"/>
          </p:cNvSpPr>
          <p:nvPr>
            <p:ph type="title"/>
          </p:nvPr>
        </p:nvSpPr>
        <p:spPr>
          <a:xfrm>
            <a:off x="277500" y="22860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126" name="Google Shape;126;p1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" name="Google Shape;127;p19"/>
          <p:cNvSpPr txBox="1">
            <a:spLocks noGrp="1"/>
          </p:cNvSpPr>
          <p:nvPr>
            <p:ph type="subTitle" idx="4"/>
          </p:nvPr>
        </p:nvSpPr>
        <p:spPr>
          <a:xfrm>
            <a:off x="4744575" y="38715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8" name="Google Shape;128;p19"/>
          <p:cNvSpPr txBox="1">
            <a:spLocks noGrp="1"/>
          </p:cNvSpPr>
          <p:nvPr>
            <p:ph type="subTitle" idx="5"/>
          </p:nvPr>
        </p:nvSpPr>
        <p:spPr>
          <a:xfrm>
            <a:off x="4744575" y="1066588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29" name="Google Shape;129;p19"/>
          <p:cNvSpPr txBox="1">
            <a:spLocks noGrp="1"/>
          </p:cNvSpPr>
          <p:nvPr>
            <p:ph type="subTitle" idx="6"/>
          </p:nvPr>
        </p:nvSpPr>
        <p:spPr>
          <a:xfrm>
            <a:off x="4744575" y="1742700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0" name="Google Shape;130;p19"/>
          <p:cNvSpPr txBox="1">
            <a:spLocks noGrp="1"/>
          </p:cNvSpPr>
          <p:nvPr>
            <p:ph type="subTitle" idx="7"/>
          </p:nvPr>
        </p:nvSpPr>
        <p:spPr>
          <a:xfrm>
            <a:off x="4744575" y="2420513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1" name="Google Shape;131;p19"/>
          <p:cNvSpPr txBox="1">
            <a:spLocks noGrp="1"/>
          </p:cNvSpPr>
          <p:nvPr>
            <p:ph type="subTitle" idx="8"/>
          </p:nvPr>
        </p:nvSpPr>
        <p:spPr>
          <a:xfrm>
            <a:off x="4744575" y="30982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2" name="Google Shape;132;p19"/>
          <p:cNvSpPr txBox="1">
            <a:spLocks noGrp="1"/>
          </p:cNvSpPr>
          <p:nvPr>
            <p:ph type="subTitle" idx="9"/>
          </p:nvPr>
        </p:nvSpPr>
        <p:spPr>
          <a:xfrm>
            <a:off x="4744575" y="3776075"/>
            <a:ext cx="322500" cy="2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subTitle" idx="13"/>
          </p:nvPr>
        </p:nvSpPr>
        <p:spPr>
          <a:xfrm>
            <a:off x="5067075" y="3871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9"/>
          <p:cNvSpPr txBox="1">
            <a:spLocks noGrp="1"/>
          </p:cNvSpPr>
          <p:nvPr>
            <p:ph type="subTitle" idx="14"/>
          </p:nvPr>
        </p:nvSpPr>
        <p:spPr>
          <a:xfrm>
            <a:off x="5067075" y="10615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19"/>
          <p:cNvSpPr txBox="1">
            <a:spLocks noGrp="1"/>
          </p:cNvSpPr>
          <p:nvPr>
            <p:ph type="subTitle" idx="15"/>
          </p:nvPr>
        </p:nvSpPr>
        <p:spPr>
          <a:xfrm>
            <a:off x="5067075" y="173935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6" name="Google Shape;136;p19"/>
          <p:cNvSpPr txBox="1">
            <a:spLocks noGrp="1"/>
          </p:cNvSpPr>
          <p:nvPr>
            <p:ph type="subTitle" idx="16"/>
          </p:nvPr>
        </p:nvSpPr>
        <p:spPr>
          <a:xfrm>
            <a:off x="5067075" y="2424100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7" name="Google Shape;137;p19"/>
          <p:cNvSpPr txBox="1">
            <a:spLocks noGrp="1"/>
          </p:cNvSpPr>
          <p:nvPr>
            <p:ph type="subTitle" idx="17"/>
          </p:nvPr>
        </p:nvSpPr>
        <p:spPr>
          <a:xfrm>
            <a:off x="5067075" y="309493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8" name="Google Shape;138;p19"/>
          <p:cNvSpPr txBox="1">
            <a:spLocks noGrp="1"/>
          </p:cNvSpPr>
          <p:nvPr>
            <p:ph type="subTitle" idx="18"/>
          </p:nvPr>
        </p:nvSpPr>
        <p:spPr>
          <a:xfrm>
            <a:off x="5067075" y="3765788"/>
            <a:ext cx="3267600" cy="28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9" name="Google Shape;139;p1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40" name="Google Shape;140;p1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s">
  <p:cSld name="BLANK_1_1_1_1_2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>
            <a:spLocks noGrp="1"/>
          </p:cNvSpPr>
          <p:nvPr>
            <p:ph type="pic" idx="2"/>
          </p:nvPr>
        </p:nvSpPr>
        <p:spPr>
          <a:xfrm>
            <a:off x="46189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43" name="Google Shape;143;p20"/>
          <p:cNvSpPr txBox="1">
            <a:spLocks noGrp="1"/>
          </p:cNvSpPr>
          <p:nvPr>
            <p:ph type="subTitle" idx="1"/>
          </p:nvPr>
        </p:nvSpPr>
        <p:spPr>
          <a:xfrm>
            <a:off x="4619000" y="1702322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44" name="Google Shape;144;p20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47" name="Google Shape;147;p20"/>
          <p:cNvSpPr txBox="1">
            <a:spLocks noGrp="1"/>
          </p:cNvSpPr>
          <p:nvPr>
            <p:ph type="title"/>
          </p:nvPr>
        </p:nvSpPr>
        <p:spPr>
          <a:xfrm>
            <a:off x="228600" y="234750"/>
            <a:ext cx="39045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0"/>
          <p:cNvSpPr txBox="1">
            <a:spLocks noGrp="1"/>
          </p:cNvSpPr>
          <p:nvPr>
            <p:ph type="subTitle" idx="6"/>
          </p:nvPr>
        </p:nvSpPr>
        <p:spPr>
          <a:xfrm>
            <a:off x="46190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49" name="Google Shape;149;p20"/>
          <p:cNvSpPr>
            <a:spLocks noGrp="1"/>
          </p:cNvSpPr>
          <p:nvPr>
            <p:ph type="pic" idx="7"/>
          </p:nvPr>
        </p:nvSpPr>
        <p:spPr>
          <a:xfrm>
            <a:off x="608070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50" name="Google Shape;150;p20"/>
          <p:cNvSpPr txBox="1">
            <a:spLocks noGrp="1"/>
          </p:cNvSpPr>
          <p:nvPr>
            <p:ph type="subTitle" idx="8"/>
          </p:nvPr>
        </p:nvSpPr>
        <p:spPr>
          <a:xfrm>
            <a:off x="608075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subTitle" idx="9"/>
          </p:nvPr>
        </p:nvSpPr>
        <p:spPr>
          <a:xfrm>
            <a:off x="608075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2" name="Google Shape;152;p20"/>
          <p:cNvSpPr>
            <a:spLocks noGrp="1"/>
          </p:cNvSpPr>
          <p:nvPr>
            <p:ph type="pic" idx="13"/>
          </p:nvPr>
        </p:nvSpPr>
        <p:spPr>
          <a:xfrm>
            <a:off x="7542450" y="228600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53" name="Google Shape;153;p20"/>
          <p:cNvSpPr txBox="1">
            <a:spLocks noGrp="1"/>
          </p:cNvSpPr>
          <p:nvPr>
            <p:ph type="subTitle" idx="14"/>
          </p:nvPr>
        </p:nvSpPr>
        <p:spPr>
          <a:xfrm>
            <a:off x="7542500" y="1702321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4" name="Google Shape;154;p20"/>
          <p:cNvSpPr txBox="1">
            <a:spLocks noGrp="1"/>
          </p:cNvSpPr>
          <p:nvPr>
            <p:ph type="subTitle" idx="15"/>
          </p:nvPr>
        </p:nvSpPr>
        <p:spPr>
          <a:xfrm>
            <a:off x="7542500" y="1880160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5" name="Google Shape;155;p20"/>
          <p:cNvSpPr>
            <a:spLocks noGrp="1"/>
          </p:cNvSpPr>
          <p:nvPr>
            <p:ph type="pic" idx="16"/>
          </p:nvPr>
        </p:nvSpPr>
        <p:spPr>
          <a:xfrm>
            <a:off x="46189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56" name="Google Shape;156;p20"/>
          <p:cNvSpPr txBox="1">
            <a:spLocks noGrp="1"/>
          </p:cNvSpPr>
          <p:nvPr>
            <p:ph type="subTitle" idx="17"/>
          </p:nvPr>
        </p:nvSpPr>
        <p:spPr>
          <a:xfrm>
            <a:off x="46190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7" name="Google Shape;157;p20"/>
          <p:cNvSpPr txBox="1">
            <a:spLocks noGrp="1"/>
          </p:cNvSpPr>
          <p:nvPr>
            <p:ph type="subTitle" idx="18"/>
          </p:nvPr>
        </p:nvSpPr>
        <p:spPr>
          <a:xfrm>
            <a:off x="46190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58" name="Google Shape;158;p20"/>
          <p:cNvSpPr>
            <a:spLocks noGrp="1"/>
          </p:cNvSpPr>
          <p:nvPr>
            <p:ph type="pic" idx="19"/>
          </p:nvPr>
        </p:nvSpPr>
        <p:spPr>
          <a:xfrm>
            <a:off x="608070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59" name="Google Shape;159;p20"/>
          <p:cNvSpPr txBox="1">
            <a:spLocks noGrp="1"/>
          </p:cNvSpPr>
          <p:nvPr>
            <p:ph type="subTitle" idx="20"/>
          </p:nvPr>
        </p:nvSpPr>
        <p:spPr>
          <a:xfrm>
            <a:off x="6080750" y="3769447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60" name="Google Shape;160;p20"/>
          <p:cNvSpPr txBox="1">
            <a:spLocks noGrp="1"/>
          </p:cNvSpPr>
          <p:nvPr>
            <p:ph type="subTitle" idx="21"/>
          </p:nvPr>
        </p:nvSpPr>
        <p:spPr>
          <a:xfrm>
            <a:off x="608075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61" name="Google Shape;161;p20"/>
          <p:cNvSpPr>
            <a:spLocks noGrp="1"/>
          </p:cNvSpPr>
          <p:nvPr>
            <p:ph type="pic" idx="22"/>
          </p:nvPr>
        </p:nvSpPr>
        <p:spPr>
          <a:xfrm>
            <a:off x="7542450" y="2295725"/>
            <a:ext cx="1370400" cy="1357500"/>
          </a:xfrm>
          <a:prstGeom prst="roundRect">
            <a:avLst>
              <a:gd name="adj" fmla="val 16935"/>
            </a:avLst>
          </a:prstGeom>
          <a:noFill/>
          <a:ln>
            <a:noFill/>
          </a:ln>
        </p:spPr>
      </p:sp>
      <p:sp>
        <p:nvSpPr>
          <p:cNvPr id="162" name="Google Shape;162;p20"/>
          <p:cNvSpPr txBox="1">
            <a:spLocks noGrp="1"/>
          </p:cNvSpPr>
          <p:nvPr>
            <p:ph type="subTitle" idx="23"/>
          </p:nvPr>
        </p:nvSpPr>
        <p:spPr>
          <a:xfrm>
            <a:off x="7542500" y="3769446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 SemiBold"/>
              <a:buNone/>
              <a:defRPr sz="1000">
                <a:solidFill>
                  <a:schemeClr val="accent3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163" name="Google Shape;163;p20"/>
          <p:cNvSpPr txBox="1">
            <a:spLocks noGrp="1"/>
          </p:cNvSpPr>
          <p:nvPr>
            <p:ph type="subTitle" idx="24"/>
          </p:nvPr>
        </p:nvSpPr>
        <p:spPr>
          <a:xfrm>
            <a:off x="7542500" y="3947285"/>
            <a:ext cx="1370400" cy="17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 SemiBold"/>
              <a:buNone/>
              <a:defRPr sz="10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cxnSp>
        <p:nvCxnSpPr>
          <p:cNvPr id="164" name="Google Shape;164;p2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" name="Google Shape;165;p2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66" name="Google Shape;166;p2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ALT 2">
  <p:cSld name="BLANK_1_1_1_1_1_1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1"/>
          <p:cNvSpPr>
            <a:spLocks noGrp="1"/>
          </p:cNvSpPr>
          <p:nvPr>
            <p:ph type="pic" idx="2"/>
          </p:nvPr>
        </p:nvSpPr>
        <p:spPr>
          <a:xfrm>
            <a:off x="9425" y="-3075"/>
            <a:ext cx="9144000" cy="46410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1"/>
          <p:cNvSpPr txBox="1">
            <a:spLocks noGrp="1"/>
          </p:cNvSpPr>
          <p:nvPr>
            <p:ph type="title"/>
          </p:nvPr>
        </p:nvSpPr>
        <p:spPr>
          <a:xfrm>
            <a:off x="234125" y="3337800"/>
            <a:ext cx="8574600" cy="1114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170" name="Google Shape;170;p21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8701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1" name="Google Shape;171;p21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2" name="Google Shape;172;p21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3" name="Google Shape;173;p21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174" name="Google Shape;174;p2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5" name="Google Shape;175;p2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76" name="Google Shape;176;p2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2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79" name="Google Shape;179;p22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180" name="Google Shape;180;p22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181" name="Google Shape;181;p22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182" name="Google Shape;182;p22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183" name="Google Shape;183;p22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184" name="Google Shape;184;p22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22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86" name="Google Shape;186;p22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87" name="Google Shape;187;p22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8" name="Google Shape;188;p22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89" name="Google Shape;189;p22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90" name="Google Shape;190;p22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91" name="Google Shape;191;p22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2" name="Google Shape;192;p22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3" name="Google Shape;193;p22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94" name="Google Shape;194;p22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95" name="Google Shape;195;p22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6" name="Google Shape;196;p22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197" name="Google Shape;197;p22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198" name="Google Shape;198;p22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199" name="Google Shape;199;p22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00" name="Google Shape;200;p22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01" name="Google Shape;201;p22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202" name="Google Shape;202;p22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3" name="Google Shape;203;p22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04" name="Google Shape;204;p22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hort big title and body">
  <p:cSld name="BLANK_1_1_1_1_1_1_1_1_1_1_2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3" descr="Oval black shapes against a shadowy background. "/>
          <p:cNvPicPr preferRelativeResize="0"/>
          <p:nvPr/>
        </p:nvPicPr>
        <p:blipFill rotWithShape="1">
          <a:blip r:embed="rId2">
            <a:alphaModFix/>
          </a:blip>
          <a:srcRect l="17240" t="34" r="25038" b="42245"/>
          <a:stretch/>
        </p:blipFill>
        <p:spPr>
          <a:xfrm>
            <a:off x="0" y="-289"/>
            <a:ext cx="9144000" cy="5144100"/>
          </a:xfrm>
          <a:prstGeom prst="roundRect">
            <a:avLst>
              <a:gd name="adj" fmla="val 0"/>
            </a:avLst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07" name="Google Shape;207;p23"/>
          <p:cNvSpPr txBox="1">
            <a:spLocks noGrp="1"/>
          </p:cNvSpPr>
          <p:nvPr>
            <p:ph type="subTitle" idx="1"/>
          </p:nvPr>
        </p:nvSpPr>
        <p:spPr>
          <a:xfrm>
            <a:off x="4314775" y="3818375"/>
            <a:ext cx="4230600" cy="45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09" name="Google Shape;209;p2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10" name="Google Shape;210;p2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11" name="Google Shape;211;p23"/>
          <p:cNvSpPr txBox="1">
            <a:spLocks noGrp="1"/>
          </p:cNvSpPr>
          <p:nvPr>
            <p:ph type="title"/>
          </p:nvPr>
        </p:nvSpPr>
        <p:spPr>
          <a:xfrm>
            <a:off x="228600" y="290448"/>
            <a:ext cx="3655800" cy="2407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212" name="Google Shape;212;p2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3" name="Google Shape;213;p23"/>
          <p:cNvCxnSpPr/>
          <p:nvPr/>
        </p:nvCxnSpPr>
        <p:spPr>
          <a:xfrm>
            <a:off x="4159025" y="226100"/>
            <a:ext cx="0" cy="44577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3"/>
          <p:cNvCxnSpPr/>
          <p:nvPr/>
        </p:nvCxnSpPr>
        <p:spPr>
          <a:xfrm>
            <a:off x="228600" y="226100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5" name="Google Shape;215;p2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16" name="Google Shape;216;p2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ALT 2">
  <p:cSld name="BLANK_1_1_1_1_1_1_1_1_1_1_1_1_2"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4"/>
          <p:cNvSpPr txBox="1">
            <a:spLocks noGrp="1"/>
          </p:cNvSpPr>
          <p:nvPr>
            <p:ph type="body" idx="1"/>
          </p:nvPr>
        </p:nvSpPr>
        <p:spPr>
          <a:xfrm>
            <a:off x="228600" y="1743625"/>
            <a:ext cx="4296600" cy="27090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8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8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8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800"/>
              </a:spcBef>
              <a:spcAft>
                <a:spcPts val="8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219" name="Google Shape;219;p24"/>
          <p:cNvSpPr>
            <a:spLocks noGrp="1"/>
          </p:cNvSpPr>
          <p:nvPr>
            <p:ph type="pic" idx="2"/>
          </p:nvPr>
        </p:nvSpPr>
        <p:spPr>
          <a:xfrm>
            <a:off x="5342000" y="457200"/>
            <a:ext cx="3573300" cy="3995400"/>
          </a:xfrm>
          <a:prstGeom prst="roundRect">
            <a:avLst>
              <a:gd name="adj" fmla="val 6865"/>
            </a:avLst>
          </a:prstGeom>
          <a:noFill/>
          <a:ln>
            <a:noFill/>
          </a:ln>
        </p:spPr>
      </p:sp>
      <p:sp>
        <p:nvSpPr>
          <p:cNvPr id="220" name="Google Shape;220;p24"/>
          <p:cNvSpPr txBox="1">
            <a:spLocks noGrp="1"/>
          </p:cNvSpPr>
          <p:nvPr>
            <p:ph type="subTitle" idx="3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1" name="Google Shape;221;p24"/>
          <p:cNvSpPr txBox="1">
            <a:spLocks noGrp="1"/>
          </p:cNvSpPr>
          <p:nvPr>
            <p:ph type="subTitle" idx="4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2" name="Google Shape;222;p24"/>
          <p:cNvSpPr txBox="1">
            <a:spLocks noGrp="1"/>
          </p:cNvSpPr>
          <p:nvPr>
            <p:ph type="subTitle" idx="5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3" name="Google Shape;223;p24"/>
          <p:cNvSpPr txBox="1">
            <a:spLocks noGrp="1"/>
          </p:cNvSpPr>
          <p:nvPr>
            <p:ph type="subTitle" idx="6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24" name="Google Shape;224;p24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4296600" cy="1162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cxnSp>
        <p:nvCxnSpPr>
          <p:cNvPr id="225" name="Google Shape;225;p2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2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27" name="Google Shape;227;p2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cards">
  <p:cSld name="CUSTOM_1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"/>
          <p:cNvSpPr txBox="1">
            <a:spLocks noGrp="1"/>
          </p:cNvSpPr>
          <p:nvPr>
            <p:ph type="title"/>
          </p:nvPr>
        </p:nvSpPr>
        <p:spPr>
          <a:xfrm>
            <a:off x="3386700" y="489887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0" name="Google Shape;230;p25"/>
          <p:cNvSpPr txBox="1">
            <a:spLocks noGrp="1"/>
          </p:cNvSpPr>
          <p:nvPr>
            <p:ph type="subTitle" idx="1"/>
          </p:nvPr>
        </p:nvSpPr>
        <p:spPr>
          <a:xfrm>
            <a:off x="338670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1" name="Google Shape;231;p25"/>
          <p:cNvSpPr txBox="1">
            <a:spLocks noGrp="1"/>
          </p:cNvSpPr>
          <p:nvPr>
            <p:ph type="subTitle" idx="2"/>
          </p:nvPr>
        </p:nvSpPr>
        <p:spPr>
          <a:xfrm>
            <a:off x="338670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2" name="Google Shape;232;p25"/>
          <p:cNvSpPr txBox="1">
            <a:spLocks noGrp="1"/>
          </p:cNvSpPr>
          <p:nvPr>
            <p:ph type="title" idx="3"/>
          </p:nvPr>
        </p:nvSpPr>
        <p:spPr>
          <a:xfrm>
            <a:off x="6307650" y="482616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33" name="Google Shape;233;p25"/>
          <p:cNvSpPr txBox="1">
            <a:spLocks noGrp="1"/>
          </p:cNvSpPr>
          <p:nvPr>
            <p:ph type="subTitle" idx="4"/>
          </p:nvPr>
        </p:nvSpPr>
        <p:spPr>
          <a:xfrm>
            <a:off x="6307650" y="690369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4" name="Google Shape;234;p25"/>
          <p:cNvSpPr txBox="1">
            <a:spLocks noGrp="1"/>
          </p:cNvSpPr>
          <p:nvPr>
            <p:ph type="subTitle" idx="5"/>
          </p:nvPr>
        </p:nvSpPr>
        <p:spPr>
          <a:xfrm>
            <a:off x="6307650" y="1070875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5" name="Google Shape;235;p25"/>
          <p:cNvSpPr txBox="1">
            <a:spLocks noGrp="1"/>
          </p:cNvSpPr>
          <p:nvPr>
            <p:ph type="title" idx="6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Urbanist"/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36" name="Google Shape;236;p25"/>
          <p:cNvSpPr txBox="1">
            <a:spLocks noGrp="1"/>
          </p:cNvSpPr>
          <p:nvPr>
            <p:ph type="subTitle" idx="7"/>
          </p:nvPr>
        </p:nvSpPr>
        <p:spPr>
          <a:xfrm>
            <a:off x="3482800" y="4057204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7" name="Google Shape;237;p25"/>
          <p:cNvSpPr txBox="1">
            <a:spLocks noGrp="1"/>
          </p:cNvSpPr>
          <p:nvPr>
            <p:ph type="subTitle" idx="8"/>
          </p:nvPr>
        </p:nvSpPr>
        <p:spPr>
          <a:xfrm>
            <a:off x="6405300" y="4057079"/>
            <a:ext cx="10761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8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Urbanist"/>
              <a:buNone/>
              <a:defRPr sz="8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38" name="Google Shape;238;p25"/>
          <p:cNvSpPr txBox="1">
            <a:spLocks noGrp="1"/>
          </p:cNvSpPr>
          <p:nvPr>
            <p:ph type="subTitle" idx="9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39" name="Google Shape;239;p25"/>
          <p:cNvSpPr txBox="1">
            <a:spLocks noGrp="1"/>
          </p:cNvSpPr>
          <p:nvPr>
            <p:ph type="subTitle" idx="1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40" name="Google Shape;240;p25"/>
          <p:cNvSpPr txBox="1">
            <a:spLocks noGrp="1"/>
          </p:cNvSpPr>
          <p:nvPr>
            <p:ph type="subTitle" idx="1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41" name="Google Shape;241;p25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42" name="Google Shape;242;p25"/>
          <p:cNvGrpSpPr/>
          <p:nvPr/>
        </p:nvGrpSpPr>
        <p:grpSpPr>
          <a:xfrm rot="-5400000">
            <a:off x="4794488" y="4206993"/>
            <a:ext cx="141588" cy="73485"/>
            <a:chOff x="498725" y="2069800"/>
            <a:chExt cx="205200" cy="106500"/>
          </a:xfrm>
        </p:grpSpPr>
        <p:cxnSp>
          <p:nvCxnSpPr>
            <p:cNvPr id="243" name="Google Shape;243;p25"/>
            <p:cNvCxnSpPr/>
            <p:nvPr/>
          </p:nvCxnSpPr>
          <p:spPr>
            <a:xfrm rot="-5400000" flipH="1">
              <a:off x="498725" y="2069800"/>
              <a:ext cx="103500" cy="1035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4" name="Google Shape;244;p25"/>
            <p:cNvCxnSpPr/>
            <p:nvPr/>
          </p:nvCxnSpPr>
          <p:spPr>
            <a:xfrm rot="5400000">
              <a:off x="596825" y="2069200"/>
              <a:ext cx="106500" cy="10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5" name="Google Shape;245;p25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46" name="Google Shape;246;p25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cards">
  <p:cSld name="CUSTOM_1_1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6"/>
          <p:cNvSpPr txBox="1">
            <a:spLocks noGrp="1"/>
          </p:cNvSpPr>
          <p:nvPr>
            <p:ph type="title"/>
          </p:nvPr>
        </p:nvSpPr>
        <p:spPr>
          <a:xfrm>
            <a:off x="233850" y="228600"/>
            <a:ext cx="21900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249" name="Google Shape;249;p26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0" name="Google Shape;250;p26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51" name="Google Shape;251;p26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52" name="Google Shape;252;p26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3" name="Google Shape;253;p26"/>
          <p:cNvSpPr txBox="1">
            <a:spLocks noGrp="1"/>
          </p:cNvSpPr>
          <p:nvPr>
            <p:ph type="title" idx="4"/>
          </p:nvPr>
        </p:nvSpPr>
        <p:spPr>
          <a:xfrm>
            <a:off x="3379125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26"/>
          <p:cNvSpPr txBox="1">
            <a:spLocks noGrp="1"/>
          </p:cNvSpPr>
          <p:nvPr>
            <p:ph type="subTitle" idx="5"/>
          </p:nvPr>
        </p:nvSpPr>
        <p:spPr>
          <a:xfrm>
            <a:off x="3379125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55" name="Google Shape;255;p26"/>
          <p:cNvSpPr txBox="1">
            <a:spLocks noGrp="1"/>
          </p:cNvSpPr>
          <p:nvPr>
            <p:ph type="subTitle" idx="6"/>
          </p:nvPr>
        </p:nvSpPr>
        <p:spPr>
          <a:xfrm>
            <a:off x="3379123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56" name="Google Shape;256;p26"/>
          <p:cNvSpPr txBox="1">
            <a:spLocks noGrp="1"/>
          </p:cNvSpPr>
          <p:nvPr>
            <p:ph type="title" idx="7"/>
          </p:nvPr>
        </p:nvSpPr>
        <p:spPr>
          <a:xfrm>
            <a:off x="6318039" y="49110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57" name="Google Shape;257;p26"/>
          <p:cNvSpPr txBox="1">
            <a:spLocks noGrp="1"/>
          </p:cNvSpPr>
          <p:nvPr>
            <p:ph type="subTitle" idx="8"/>
          </p:nvPr>
        </p:nvSpPr>
        <p:spPr>
          <a:xfrm>
            <a:off x="6318039" y="691577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58" name="Google Shape;258;p26"/>
          <p:cNvSpPr txBox="1">
            <a:spLocks noGrp="1"/>
          </p:cNvSpPr>
          <p:nvPr>
            <p:ph type="subTitle" idx="9"/>
          </p:nvPr>
        </p:nvSpPr>
        <p:spPr>
          <a:xfrm>
            <a:off x="6318036" y="107207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59" name="Google Shape;259;p26"/>
          <p:cNvSpPr txBox="1">
            <a:spLocks noGrp="1"/>
          </p:cNvSpPr>
          <p:nvPr>
            <p:ph type="title" idx="13"/>
          </p:nvPr>
        </p:nvSpPr>
        <p:spPr>
          <a:xfrm>
            <a:off x="6318039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26"/>
          <p:cNvSpPr txBox="1">
            <a:spLocks noGrp="1"/>
          </p:cNvSpPr>
          <p:nvPr>
            <p:ph type="subTitle" idx="14"/>
          </p:nvPr>
        </p:nvSpPr>
        <p:spPr>
          <a:xfrm>
            <a:off x="6318039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61" name="Google Shape;261;p26"/>
          <p:cNvSpPr txBox="1">
            <a:spLocks noGrp="1"/>
          </p:cNvSpPr>
          <p:nvPr>
            <p:ph type="subTitle" idx="15"/>
          </p:nvPr>
        </p:nvSpPr>
        <p:spPr>
          <a:xfrm>
            <a:off x="6318036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62" name="Google Shape;262;p26"/>
          <p:cNvSpPr txBox="1">
            <a:spLocks noGrp="1"/>
          </p:cNvSpPr>
          <p:nvPr>
            <p:ph type="title" idx="16"/>
          </p:nvPr>
        </p:nvSpPr>
        <p:spPr>
          <a:xfrm>
            <a:off x="3379125" y="2655740"/>
            <a:ext cx="14613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"/>
              <a:buNone/>
              <a:defRPr sz="1800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26"/>
          <p:cNvSpPr txBox="1">
            <a:spLocks noGrp="1"/>
          </p:cNvSpPr>
          <p:nvPr>
            <p:ph type="subTitle" idx="17"/>
          </p:nvPr>
        </p:nvSpPr>
        <p:spPr>
          <a:xfrm>
            <a:off x="3379125" y="2856216"/>
            <a:ext cx="15495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"/>
              <a:buNone/>
              <a:defRPr sz="12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64" name="Google Shape;264;p26"/>
          <p:cNvSpPr txBox="1">
            <a:spLocks noGrp="1"/>
          </p:cNvSpPr>
          <p:nvPr>
            <p:ph type="subTitle" idx="18"/>
          </p:nvPr>
        </p:nvSpPr>
        <p:spPr>
          <a:xfrm>
            <a:off x="3379123" y="3236717"/>
            <a:ext cx="2444700" cy="8181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None/>
              <a:defRPr sz="1000"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65" name="Google Shape;265;p26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66" name="Google Shape;266;p26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">
  <p:cSld name="CUSTOM_7_1_1_1_1_1_1_1_1_1_1_1_1_1_1_1_1_1"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7"/>
          <p:cNvPicPr preferRelativeResize="0"/>
          <p:nvPr/>
        </p:nvPicPr>
        <p:blipFill rotWithShape="1">
          <a:blip r:embed="rId2">
            <a:alphaModFix/>
          </a:blip>
          <a:srcRect r="15469" b="14588"/>
          <a:stretch/>
        </p:blipFill>
        <p:spPr>
          <a:xfrm flipH="1">
            <a:off x="4571999" y="2061075"/>
            <a:ext cx="4572001" cy="30824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9" name="Google Shape;269;p27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0" name="Google Shape;270;p27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71" name="Google Shape;271;p27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72" name="Google Shape;272;p27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subTitle" idx="4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74" name="Google Shape;274;p27"/>
          <p:cNvSpPr txBox="1">
            <a:spLocks noGrp="1"/>
          </p:cNvSpPr>
          <p:nvPr>
            <p:ph type="title"/>
          </p:nvPr>
        </p:nvSpPr>
        <p:spPr>
          <a:xfrm>
            <a:off x="35522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75" name="Google Shape;275;p27"/>
          <p:cNvSpPr txBox="1">
            <a:spLocks noGrp="1"/>
          </p:cNvSpPr>
          <p:nvPr>
            <p:ph type="subTitle" idx="5"/>
          </p:nvPr>
        </p:nvSpPr>
        <p:spPr>
          <a:xfrm>
            <a:off x="35522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6" name="Google Shape;276;p27"/>
          <p:cNvSpPr txBox="1">
            <a:spLocks noGrp="1"/>
          </p:cNvSpPr>
          <p:nvPr>
            <p:ph type="body" idx="6"/>
          </p:nvPr>
        </p:nvSpPr>
        <p:spPr>
          <a:xfrm>
            <a:off x="35522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77" name="Google Shape;277;p27"/>
          <p:cNvSpPr txBox="1">
            <a:spLocks noGrp="1"/>
          </p:cNvSpPr>
          <p:nvPr>
            <p:ph type="title" idx="7"/>
          </p:nvPr>
        </p:nvSpPr>
        <p:spPr>
          <a:xfrm>
            <a:off x="2543875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78" name="Google Shape;278;p27"/>
          <p:cNvSpPr txBox="1">
            <a:spLocks noGrp="1"/>
          </p:cNvSpPr>
          <p:nvPr>
            <p:ph type="subTitle" idx="8"/>
          </p:nvPr>
        </p:nvSpPr>
        <p:spPr>
          <a:xfrm>
            <a:off x="2543875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79" name="Google Shape;279;p27"/>
          <p:cNvSpPr txBox="1">
            <a:spLocks noGrp="1"/>
          </p:cNvSpPr>
          <p:nvPr>
            <p:ph type="body" idx="9"/>
          </p:nvPr>
        </p:nvSpPr>
        <p:spPr>
          <a:xfrm>
            <a:off x="2543875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80" name="Google Shape;280;p27"/>
          <p:cNvSpPr txBox="1">
            <a:spLocks noGrp="1"/>
          </p:cNvSpPr>
          <p:nvPr>
            <p:ph type="title" idx="13"/>
          </p:nvPr>
        </p:nvSpPr>
        <p:spPr>
          <a:xfrm>
            <a:off x="47455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81" name="Google Shape;281;p27"/>
          <p:cNvSpPr txBox="1">
            <a:spLocks noGrp="1"/>
          </p:cNvSpPr>
          <p:nvPr>
            <p:ph type="subTitle" idx="14"/>
          </p:nvPr>
        </p:nvSpPr>
        <p:spPr>
          <a:xfrm>
            <a:off x="47455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2" name="Google Shape;282;p27"/>
          <p:cNvSpPr txBox="1">
            <a:spLocks noGrp="1"/>
          </p:cNvSpPr>
          <p:nvPr>
            <p:ph type="body" idx="15"/>
          </p:nvPr>
        </p:nvSpPr>
        <p:spPr>
          <a:xfrm>
            <a:off x="4745400" y="2465025"/>
            <a:ext cx="18267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27"/>
          <p:cNvSpPr txBox="1">
            <a:spLocks noGrp="1"/>
          </p:cNvSpPr>
          <p:nvPr>
            <p:ph type="title" idx="16"/>
          </p:nvPr>
        </p:nvSpPr>
        <p:spPr>
          <a:xfrm>
            <a:off x="6942300" y="1775475"/>
            <a:ext cx="1862100" cy="2931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 sz="18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000"/>
              <a:buFont typeface="Urbanist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27"/>
          <p:cNvSpPr txBox="1">
            <a:spLocks noGrp="1"/>
          </p:cNvSpPr>
          <p:nvPr>
            <p:ph type="subTitle" idx="17"/>
          </p:nvPr>
        </p:nvSpPr>
        <p:spPr>
          <a:xfrm>
            <a:off x="6942300" y="2161825"/>
            <a:ext cx="1974600" cy="2046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3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285" name="Google Shape;285;p27"/>
          <p:cNvSpPr txBox="1">
            <a:spLocks noGrp="1"/>
          </p:cNvSpPr>
          <p:nvPr>
            <p:ph type="body" idx="18"/>
          </p:nvPr>
        </p:nvSpPr>
        <p:spPr>
          <a:xfrm>
            <a:off x="6942300" y="2465025"/>
            <a:ext cx="1791600" cy="477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●"/>
              <a:defRPr sz="800">
                <a:solidFill>
                  <a:schemeClr val="dk2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○"/>
              <a:defRPr sz="800">
                <a:solidFill>
                  <a:schemeClr val="dk2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Urbanist"/>
              <a:buChar char="■"/>
              <a:defRPr sz="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86" name="Google Shape;286;p27"/>
          <p:cNvSpPr txBox="1">
            <a:spLocks noGrp="1"/>
          </p:cNvSpPr>
          <p:nvPr>
            <p:ph type="title" idx="19"/>
          </p:nvPr>
        </p:nvSpPr>
        <p:spPr>
          <a:xfrm>
            <a:off x="228600" y="613525"/>
            <a:ext cx="3904500" cy="864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87" name="Google Shape;287;p27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88" name="Google Shape;288;p27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s">
  <p:cSld name="CUSTOM"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8"/>
          <p:cNvSpPr txBox="1">
            <a:spLocks noGrp="1"/>
          </p:cNvSpPr>
          <p:nvPr>
            <p:ph type="subTitle" idx="1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Medium"/>
              <a:buNone/>
              <a:defRPr sz="12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91" name="Google Shape;291;p28"/>
          <p:cNvCxnSpPr/>
          <p:nvPr/>
        </p:nvCxnSpPr>
        <p:spPr>
          <a:xfrm>
            <a:off x="228450" y="2061025"/>
            <a:ext cx="86871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" name="Google Shape;292;p28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3" name="Google Shape;293;p28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294" name="Google Shape;294;p28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295" name="Google Shape;295;p28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6" name="Google Shape;296;p28"/>
          <p:cNvSpPr txBox="1">
            <a:spLocks noGrp="1"/>
          </p:cNvSpPr>
          <p:nvPr>
            <p:ph type="title"/>
          </p:nvPr>
        </p:nvSpPr>
        <p:spPr>
          <a:xfrm>
            <a:off x="228600" y="369300"/>
            <a:ext cx="6480300" cy="587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400"/>
            </a:lvl9pPr>
          </a:lstStyle>
          <a:p>
            <a:endParaRPr/>
          </a:p>
        </p:txBody>
      </p:sp>
      <p:sp>
        <p:nvSpPr>
          <p:cNvPr id="297" name="Google Shape;297;p28"/>
          <p:cNvSpPr>
            <a:spLocks noGrp="1"/>
          </p:cNvSpPr>
          <p:nvPr>
            <p:ph type="pic" idx="5"/>
          </p:nvPr>
        </p:nvSpPr>
        <p:spPr>
          <a:xfrm>
            <a:off x="3795900" y="2682425"/>
            <a:ext cx="1458300" cy="14583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8" name="Google Shape;298;p28"/>
          <p:cNvSpPr txBox="1">
            <a:spLocks noGrp="1"/>
          </p:cNvSpPr>
          <p:nvPr>
            <p:ph type="body" idx="6"/>
          </p:nvPr>
        </p:nvSpPr>
        <p:spPr>
          <a:xfrm>
            <a:off x="5871500" y="2468775"/>
            <a:ext cx="2864700" cy="6765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●"/>
              <a:defRPr sz="1000">
                <a:solidFill>
                  <a:schemeClr val="dk2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○"/>
              <a:defRPr sz="1000">
                <a:solidFill>
                  <a:schemeClr val="dk2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Urbanist"/>
              <a:buChar char="■"/>
              <a:defRPr sz="1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99" name="Google Shape;299;p28"/>
          <p:cNvSpPr txBox="1">
            <a:spLocks noGrp="1"/>
          </p:cNvSpPr>
          <p:nvPr>
            <p:ph type="body" idx="7"/>
          </p:nvPr>
        </p:nvSpPr>
        <p:spPr>
          <a:xfrm>
            <a:off x="5871500" y="3553025"/>
            <a:ext cx="2864700" cy="696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marL="914400" lvl="1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marL="1371600" lvl="2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marL="1828800" lvl="3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marL="2286000" lvl="4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marL="2743200" lvl="5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marL="3200400" lvl="6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●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marL="3657600" lvl="7" indent="-304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 Medium"/>
              <a:buChar char="○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marL="4114800" lvl="8" indent="-30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3"/>
              </a:buClr>
              <a:buSzPts val="1200"/>
              <a:buFont typeface="Urbanist Medium"/>
              <a:buChar char="■"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00" name="Google Shape;300;p28"/>
          <p:cNvSpPr txBox="1">
            <a:spLocks noGrp="1"/>
          </p:cNvSpPr>
          <p:nvPr>
            <p:ph type="subTitle" idx="8"/>
          </p:nvPr>
        </p:nvSpPr>
        <p:spPr>
          <a:xfrm>
            <a:off x="238800" y="2720113"/>
            <a:ext cx="2824500" cy="145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Urbanist Medium"/>
              <a:buNone/>
              <a:defRPr sz="1800"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01" name="Google Shape;301;p28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2" name="Google Shape;302;p28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ics">
  <p:cSld name="CUSTOM_2"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9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05" name="Google Shape;305;p29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06" name="Google Shape;306;p29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307" name="Google Shape;307;p29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8" name="Google Shape;308;p29"/>
          <p:cNvSpPr/>
          <p:nvPr/>
        </p:nvSpPr>
        <p:spPr>
          <a:xfrm>
            <a:off x="228600" y="1395962"/>
            <a:ext cx="2101200" cy="3054000"/>
          </a:xfrm>
          <a:prstGeom prst="roundRect">
            <a:avLst>
              <a:gd name="adj" fmla="val 9631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09" name="Google Shape;309;p29"/>
          <p:cNvSpPr/>
          <p:nvPr/>
        </p:nvSpPr>
        <p:spPr>
          <a:xfrm>
            <a:off x="2423700" y="1395962"/>
            <a:ext cx="3198600" cy="3054000"/>
          </a:xfrm>
          <a:prstGeom prst="roundRect">
            <a:avLst>
              <a:gd name="adj" fmla="val 674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0" name="Google Shape;310;p29"/>
          <p:cNvSpPr/>
          <p:nvPr/>
        </p:nvSpPr>
        <p:spPr>
          <a:xfrm>
            <a:off x="5716850" y="1395962"/>
            <a:ext cx="3198600" cy="1758300"/>
          </a:xfrm>
          <a:prstGeom prst="roundRect">
            <a:avLst>
              <a:gd name="adj" fmla="val 9631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1" name="Google Shape;311;p29"/>
          <p:cNvSpPr/>
          <p:nvPr/>
        </p:nvSpPr>
        <p:spPr>
          <a:xfrm>
            <a:off x="5716200" y="3231390"/>
            <a:ext cx="3198600" cy="1217400"/>
          </a:xfrm>
          <a:prstGeom prst="roundRect">
            <a:avLst>
              <a:gd name="adj" fmla="val 1360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12" name="Google Shape;312;p29"/>
          <p:cNvSpPr>
            <a:spLocks noGrp="1"/>
          </p:cNvSpPr>
          <p:nvPr>
            <p:ph type="pic" idx="4"/>
          </p:nvPr>
        </p:nvSpPr>
        <p:spPr>
          <a:xfrm>
            <a:off x="381950" y="993050"/>
            <a:ext cx="850500" cy="850500"/>
          </a:xfrm>
          <a:prstGeom prst="ellipse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p29"/>
          <p:cNvSpPr txBox="1">
            <a:spLocks noGrp="1"/>
          </p:cNvSpPr>
          <p:nvPr>
            <p:ph type="subTitle" idx="5"/>
          </p:nvPr>
        </p:nvSpPr>
        <p:spPr>
          <a:xfrm>
            <a:off x="381950" y="2062875"/>
            <a:ext cx="1786500" cy="23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Urbanist"/>
              <a:buNone/>
              <a:defRPr sz="12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"/>
              <a:buNone/>
              <a:def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14" name="Google Shape;314;p29"/>
          <p:cNvSpPr txBox="1">
            <a:spLocks noGrp="1"/>
          </p:cNvSpPr>
          <p:nvPr>
            <p:ph type="body" idx="6"/>
          </p:nvPr>
        </p:nvSpPr>
        <p:spPr>
          <a:xfrm>
            <a:off x="381950" y="2453500"/>
            <a:ext cx="1786500" cy="1536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●"/>
              <a:defRPr sz="1000">
                <a:solidFill>
                  <a:schemeClr val="dk1"/>
                </a:solidFill>
              </a:defRPr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○"/>
              <a:defRPr sz="1000">
                <a:solidFill>
                  <a:schemeClr val="dk1"/>
                </a:solidFill>
              </a:defRPr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Char char="■"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5" name="Google Shape;315;p29"/>
          <p:cNvSpPr txBox="1">
            <a:spLocks noGrp="1"/>
          </p:cNvSpPr>
          <p:nvPr>
            <p:ph type="subTitle" idx="7"/>
          </p:nvPr>
        </p:nvSpPr>
        <p:spPr>
          <a:xfrm>
            <a:off x="2580250" y="1528150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16" name="Google Shape;316;p29"/>
          <p:cNvSpPr txBox="1">
            <a:spLocks noGrp="1"/>
          </p:cNvSpPr>
          <p:nvPr>
            <p:ph type="body" idx="8"/>
          </p:nvPr>
        </p:nvSpPr>
        <p:spPr>
          <a:xfrm>
            <a:off x="2580250" y="1791652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317" name="Google Shape;317;p29"/>
          <p:cNvCxnSpPr/>
          <p:nvPr/>
        </p:nvCxnSpPr>
        <p:spPr>
          <a:xfrm>
            <a:off x="2423700" y="2531312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8" name="Google Shape;318;p29"/>
          <p:cNvCxnSpPr/>
          <p:nvPr/>
        </p:nvCxnSpPr>
        <p:spPr>
          <a:xfrm>
            <a:off x="2423700" y="3583537"/>
            <a:ext cx="3194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9" name="Google Shape;319;p29"/>
          <p:cNvSpPr txBox="1">
            <a:spLocks noGrp="1"/>
          </p:cNvSpPr>
          <p:nvPr>
            <p:ph type="subTitle" idx="9"/>
          </p:nvPr>
        </p:nvSpPr>
        <p:spPr>
          <a:xfrm>
            <a:off x="2580250" y="26604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0" name="Google Shape;320;p29"/>
          <p:cNvSpPr txBox="1">
            <a:spLocks noGrp="1"/>
          </p:cNvSpPr>
          <p:nvPr>
            <p:ph type="body" idx="13"/>
          </p:nvPr>
        </p:nvSpPr>
        <p:spPr>
          <a:xfrm>
            <a:off x="2580250" y="2931046"/>
            <a:ext cx="2911500" cy="61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321" name="Google Shape;321;p29"/>
          <p:cNvSpPr/>
          <p:nvPr/>
        </p:nvSpPr>
        <p:spPr>
          <a:xfrm flipH="1">
            <a:off x="2600988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2" name="Google Shape;322;p29"/>
          <p:cNvSpPr/>
          <p:nvPr/>
        </p:nvSpPr>
        <p:spPr>
          <a:xfrm flipH="1">
            <a:off x="3654625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3" name="Google Shape;323;p29"/>
          <p:cNvSpPr/>
          <p:nvPr/>
        </p:nvSpPr>
        <p:spPr>
          <a:xfrm flipH="1">
            <a:off x="4602650" y="3992942"/>
            <a:ext cx="681000" cy="2736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 sz="800" b="1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24" name="Google Shape;324;p29"/>
          <p:cNvSpPr txBox="1">
            <a:spLocks noGrp="1"/>
          </p:cNvSpPr>
          <p:nvPr>
            <p:ph type="subTitle" idx="14"/>
          </p:nvPr>
        </p:nvSpPr>
        <p:spPr>
          <a:xfrm>
            <a:off x="2567250" y="36718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5" name="Google Shape;325;p29"/>
          <p:cNvSpPr txBox="1">
            <a:spLocks noGrp="1"/>
          </p:cNvSpPr>
          <p:nvPr>
            <p:ph type="subTitle" idx="15"/>
          </p:nvPr>
        </p:nvSpPr>
        <p:spPr>
          <a:xfrm>
            <a:off x="5877425" y="15281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6" name="Google Shape;326;p29"/>
          <p:cNvSpPr txBox="1">
            <a:spLocks noGrp="1"/>
          </p:cNvSpPr>
          <p:nvPr>
            <p:ph type="subTitle" idx="16"/>
          </p:nvPr>
        </p:nvSpPr>
        <p:spPr>
          <a:xfrm>
            <a:off x="5877425" y="178110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7" name="Google Shape;327;p29"/>
          <p:cNvSpPr txBox="1">
            <a:spLocks noGrp="1"/>
          </p:cNvSpPr>
          <p:nvPr>
            <p:ph type="subTitle" idx="17"/>
          </p:nvPr>
        </p:nvSpPr>
        <p:spPr>
          <a:xfrm>
            <a:off x="5877425" y="221918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8" name="Google Shape;328;p29"/>
          <p:cNvSpPr txBox="1">
            <a:spLocks noGrp="1"/>
          </p:cNvSpPr>
          <p:nvPr>
            <p:ph type="subTitle" idx="18"/>
          </p:nvPr>
        </p:nvSpPr>
        <p:spPr>
          <a:xfrm>
            <a:off x="5877425" y="2657257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Urbanist"/>
              <a:buNone/>
              <a:defRPr sz="8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29" name="Google Shape;329;p29"/>
          <p:cNvSpPr txBox="1">
            <a:spLocks noGrp="1"/>
          </p:cNvSpPr>
          <p:nvPr>
            <p:ph type="subTitle" idx="19"/>
          </p:nvPr>
        </p:nvSpPr>
        <p:spPr>
          <a:xfrm>
            <a:off x="5877425" y="3354932"/>
            <a:ext cx="29115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30" name="Google Shape;330;p29"/>
          <p:cNvSpPr txBox="1">
            <a:spLocks noGrp="1"/>
          </p:cNvSpPr>
          <p:nvPr>
            <p:ph type="subTitle" idx="20"/>
          </p:nvPr>
        </p:nvSpPr>
        <p:spPr>
          <a:xfrm>
            <a:off x="228600" y="228600"/>
            <a:ext cx="2920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Urbanist Medium"/>
              <a:buNone/>
              <a:defRPr sz="12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31" name="Google Shape;331;p29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32" name="Google Shape;332;p29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lestones">
  <p:cSld name="CUSTOM_4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0"/>
          <p:cNvSpPr txBox="1">
            <a:spLocks noGrp="1"/>
          </p:cNvSpPr>
          <p:nvPr>
            <p:ph type="body" idx="1"/>
          </p:nvPr>
        </p:nvSpPr>
        <p:spPr>
          <a:xfrm>
            <a:off x="2054000" y="2952175"/>
            <a:ext cx="1377600" cy="9378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335" name="Google Shape;335;p30"/>
          <p:cNvSpPr txBox="1">
            <a:spLocks noGrp="1"/>
          </p:cNvSpPr>
          <p:nvPr>
            <p:ph type="body" idx="2"/>
          </p:nvPr>
        </p:nvSpPr>
        <p:spPr>
          <a:xfrm>
            <a:off x="2461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336" name="Google Shape;336;p30"/>
          <p:cNvSpPr txBox="1">
            <a:spLocks noGrp="1"/>
          </p:cNvSpPr>
          <p:nvPr>
            <p:ph type="subTitle" idx="3"/>
          </p:nvPr>
        </p:nvSpPr>
        <p:spPr>
          <a:xfrm>
            <a:off x="382995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37" name="Google Shape;337;p30"/>
          <p:cNvSpPr txBox="1">
            <a:spLocks noGrp="1"/>
          </p:cNvSpPr>
          <p:nvPr>
            <p:ph type="body" idx="4"/>
          </p:nvPr>
        </p:nvSpPr>
        <p:spPr>
          <a:xfrm>
            <a:off x="3848250" y="2952163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338" name="Google Shape;338;p30"/>
          <p:cNvSpPr txBox="1">
            <a:spLocks noGrp="1"/>
          </p:cNvSpPr>
          <p:nvPr>
            <p:ph type="subTitle" idx="5"/>
          </p:nvPr>
        </p:nvSpPr>
        <p:spPr>
          <a:xfrm>
            <a:off x="20774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39" name="Google Shape;339;p30"/>
          <p:cNvSpPr txBox="1">
            <a:spLocks noGrp="1"/>
          </p:cNvSpPr>
          <p:nvPr>
            <p:ph type="body" idx="6"/>
          </p:nvPr>
        </p:nvSpPr>
        <p:spPr>
          <a:xfrm>
            <a:off x="5634175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340" name="Google Shape;340;p30"/>
          <p:cNvSpPr txBox="1">
            <a:spLocks noGrp="1"/>
          </p:cNvSpPr>
          <p:nvPr>
            <p:ph type="subTitle" idx="7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41" name="Google Shape;341;p30"/>
          <p:cNvSpPr txBox="1">
            <a:spLocks noGrp="1"/>
          </p:cNvSpPr>
          <p:nvPr>
            <p:ph type="subTitle" idx="8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42" name="Google Shape;342;p30"/>
          <p:cNvSpPr txBox="1">
            <a:spLocks noGrp="1"/>
          </p:cNvSpPr>
          <p:nvPr>
            <p:ph type="subTitle" idx="9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343" name="Google Shape;343;p30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4" name="Google Shape;344;p30"/>
          <p:cNvSpPr txBox="1">
            <a:spLocks noGrp="1"/>
          </p:cNvSpPr>
          <p:nvPr>
            <p:ph type="title"/>
          </p:nvPr>
        </p:nvSpPr>
        <p:spPr>
          <a:xfrm>
            <a:off x="228600" y="613525"/>
            <a:ext cx="6841500" cy="753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4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45" name="Google Shape;345;p30"/>
          <p:cNvSpPr txBox="1">
            <a:spLocks noGrp="1"/>
          </p:cNvSpPr>
          <p:nvPr>
            <p:ph type="subTitle" idx="13"/>
          </p:nvPr>
        </p:nvSpPr>
        <p:spPr>
          <a:xfrm>
            <a:off x="2775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46" name="Google Shape;346;p30"/>
          <p:cNvSpPr txBox="1">
            <a:spLocks noGrp="1"/>
          </p:cNvSpPr>
          <p:nvPr>
            <p:ph type="subTitle" idx="14"/>
          </p:nvPr>
        </p:nvSpPr>
        <p:spPr>
          <a:xfrm>
            <a:off x="38773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47" name="Google Shape;347;p30"/>
          <p:cNvSpPr txBox="1">
            <a:spLocks noGrp="1"/>
          </p:cNvSpPr>
          <p:nvPr>
            <p:ph type="subTitle" idx="15"/>
          </p:nvPr>
        </p:nvSpPr>
        <p:spPr>
          <a:xfrm>
            <a:off x="56772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48" name="Google Shape;348;p30"/>
          <p:cNvSpPr txBox="1">
            <a:spLocks noGrp="1"/>
          </p:cNvSpPr>
          <p:nvPr>
            <p:ph type="subTitle" idx="16"/>
          </p:nvPr>
        </p:nvSpPr>
        <p:spPr>
          <a:xfrm>
            <a:off x="7477100" y="4218350"/>
            <a:ext cx="1377600" cy="14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Urbanist"/>
              <a:buNone/>
              <a:defRPr sz="1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Urbanist"/>
              <a:buNone/>
              <a:defRPr sz="10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49" name="Google Shape;349;p30"/>
          <p:cNvSpPr txBox="1">
            <a:spLocks noGrp="1"/>
          </p:cNvSpPr>
          <p:nvPr>
            <p:ph type="subTitle" idx="17"/>
          </p:nvPr>
        </p:nvSpPr>
        <p:spPr>
          <a:xfrm>
            <a:off x="238800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Urbanist"/>
              <a:buNone/>
              <a:defRPr sz="1200" b="1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0" name="Google Shape;350;p30"/>
          <p:cNvSpPr txBox="1">
            <a:spLocks noGrp="1"/>
          </p:cNvSpPr>
          <p:nvPr>
            <p:ph type="subTitle" idx="18"/>
          </p:nvPr>
        </p:nvSpPr>
        <p:spPr>
          <a:xfrm>
            <a:off x="2034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51" name="Google Shape;351;p30"/>
          <p:cNvSpPr txBox="1">
            <a:spLocks noGrp="1"/>
          </p:cNvSpPr>
          <p:nvPr>
            <p:ph type="subTitle" idx="19"/>
          </p:nvPr>
        </p:nvSpPr>
        <p:spPr>
          <a:xfrm>
            <a:off x="5645375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52" name="Google Shape;352;p30"/>
          <p:cNvSpPr txBox="1">
            <a:spLocks noGrp="1"/>
          </p:cNvSpPr>
          <p:nvPr>
            <p:ph type="subTitle" idx="20"/>
          </p:nvPr>
        </p:nvSpPr>
        <p:spPr>
          <a:xfrm>
            <a:off x="7460789" y="2667925"/>
            <a:ext cx="1339800" cy="14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latin typeface="Urbanist SemiBold"/>
                <a:ea typeface="Urbanist SemiBold"/>
                <a:cs typeface="Urbanist SemiBold"/>
                <a:sym typeface="Urbanis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 SemiBold"/>
              <a:buNone/>
              <a:defRPr sz="1200">
                <a:solidFill>
                  <a:schemeClr val="lt1"/>
                </a:solidFill>
                <a:latin typeface="Urbanist SemiBold"/>
                <a:ea typeface="Urbanist SemiBold"/>
                <a:cs typeface="Urbanist SemiBold"/>
                <a:sym typeface="Urbanist SemiBold"/>
              </a:defRPr>
            </a:lvl9pPr>
          </a:lstStyle>
          <a:p>
            <a:endParaRPr/>
          </a:p>
        </p:txBody>
      </p:sp>
      <p:sp>
        <p:nvSpPr>
          <p:cNvPr id="353" name="Google Shape;353;p30"/>
          <p:cNvSpPr txBox="1">
            <a:spLocks noGrp="1"/>
          </p:cNvSpPr>
          <p:nvPr>
            <p:ph type="subTitle" idx="21"/>
          </p:nvPr>
        </p:nvSpPr>
        <p:spPr>
          <a:xfrm>
            <a:off x="372900" y="202945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Urbanist"/>
              <a:buNone/>
              <a:defRPr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54" name="Google Shape;354;p30"/>
          <p:cNvSpPr txBox="1">
            <a:spLocks noGrp="1"/>
          </p:cNvSpPr>
          <p:nvPr>
            <p:ph type="subTitle" idx="22"/>
          </p:nvPr>
        </p:nvSpPr>
        <p:spPr>
          <a:xfrm>
            <a:off x="2178663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55" name="Google Shape;355;p30"/>
          <p:cNvSpPr txBox="1">
            <a:spLocks noGrp="1"/>
          </p:cNvSpPr>
          <p:nvPr>
            <p:ph type="subTitle" idx="23"/>
          </p:nvPr>
        </p:nvSpPr>
        <p:spPr>
          <a:xfrm>
            <a:off x="3974250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56" name="Google Shape;356;p30"/>
          <p:cNvSpPr txBox="1">
            <a:spLocks noGrp="1"/>
          </p:cNvSpPr>
          <p:nvPr>
            <p:ph type="subTitle" idx="24"/>
          </p:nvPr>
        </p:nvSpPr>
        <p:spPr>
          <a:xfrm>
            <a:off x="5789675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57" name="Google Shape;357;p30"/>
          <p:cNvSpPr txBox="1">
            <a:spLocks noGrp="1"/>
          </p:cNvSpPr>
          <p:nvPr>
            <p:ph type="subTitle" idx="25"/>
          </p:nvPr>
        </p:nvSpPr>
        <p:spPr>
          <a:xfrm>
            <a:off x="7605089" y="2027390"/>
            <a:ext cx="3141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None/>
              <a:defRPr sz="16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58" name="Google Shape;358;p30"/>
          <p:cNvSpPr txBox="1">
            <a:spLocks noGrp="1"/>
          </p:cNvSpPr>
          <p:nvPr>
            <p:ph type="body" idx="26"/>
          </p:nvPr>
        </p:nvSpPr>
        <p:spPr>
          <a:xfrm>
            <a:off x="7450350" y="2952175"/>
            <a:ext cx="1458000" cy="812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359" name="Google Shape;359;p30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60" name="Google Shape;360;p30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etrics ">
  <p:cSld name="CUSTOM_5"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1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63" name="Google Shape;363;p31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364" name="Google Shape;364;p31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cxnSp>
        <p:nvCxnSpPr>
          <p:cNvPr id="365" name="Google Shape;365;p31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6" name="Google Shape;366;p31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67" name="Google Shape;367;p31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368" name="Google Shape;368;p31"/>
          <p:cNvSpPr txBox="1">
            <a:spLocks noGrp="1"/>
          </p:cNvSpPr>
          <p:nvPr>
            <p:ph type="subTitle" idx="4"/>
          </p:nvPr>
        </p:nvSpPr>
        <p:spPr>
          <a:xfrm>
            <a:off x="6314800" y="458325"/>
            <a:ext cx="229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Urbanis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9" name="Google Shape;369;p31"/>
          <p:cNvSpPr txBox="1">
            <a:spLocks noGrp="1"/>
          </p:cNvSpPr>
          <p:nvPr>
            <p:ph type="title"/>
          </p:nvPr>
        </p:nvSpPr>
        <p:spPr>
          <a:xfrm>
            <a:off x="237650" y="746900"/>
            <a:ext cx="2834700" cy="25908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370" name="Google Shape;370;p31"/>
          <p:cNvSpPr txBox="1">
            <a:spLocks noGrp="1"/>
          </p:cNvSpPr>
          <p:nvPr>
            <p:ph type="subTitle" idx="5"/>
          </p:nvPr>
        </p:nvSpPr>
        <p:spPr>
          <a:xfrm>
            <a:off x="229175" y="229175"/>
            <a:ext cx="28347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1" name="Google Shape;371;p31"/>
          <p:cNvSpPr txBox="1">
            <a:spLocks noGrp="1"/>
          </p:cNvSpPr>
          <p:nvPr>
            <p:ph type="subTitle" idx="6"/>
          </p:nvPr>
        </p:nvSpPr>
        <p:spPr>
          <a:xfrm>
            <a:off x="3437500" y="882725"/>
            <a:ext cx="22947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72" name="Google Shape;372;p31"/>
          <p:cNvSpPr txBox="1">
            <a:spLocks noGrp="1"/>
          </p:cNvSpPr>
          <p:nvPr>
            <p:ph type="title" idx="7"/>
          </p:nvPr>
        </p:nvSpPr>
        <p:spPr>
          <a:xfrm>
            <a:off x="3611850" y="1848195"/>
            <a:ext cx="1924200" cy="594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/>
            </a:lvl9pPr>
          </a:lstStyle>
          <a:p>
            <a:endParaRPr/>
          </a:p>
        </p:txBody>
      </p:sp>
      <p:sp>
        <p:nvSpPr>
          <p:cNvPr id="373" name="Google Shape;373;p31"/>
          <p:cNvSpPr txBox="1">
            <a:spLocks noGrp="1"/>
          </p:cNvSpPr>
          <p:nvPr>
            <p:ph type="title" idx="8"/>
          </p:nvPr>
        </p:nvSpPr>
        <p:spPr>
          <a:xfrm>
            <a:off x="3611850" y="3250202"/>
            <a:ext cx="1920300" cy="594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Urbanist"/>
              <a:buNone/>
              <a:defRPr sz="6200">
                <a:latin typeface="Urbanist"/>
                <a:ea typeface="Urbanist"/>
                <a:cs typeface="Urbanist"/>
                <a:sym typeface="Urbanis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/>
            </a:lvl9pPr>
          </a:lstStyle>
          <a:p>
            <a:endParaRPr/>
          </a:p>
        </p:txBody>
      </p:sp>
      <p:sp>
        <p:nvSpPr>
          <p:cNvPr id="374" name="Google Shape;374;p31"/>
          <p:cNvSpPr txBox="1">
            <a:spLocks noGrp="1"/>
          </p:cNvSpPr>
          <p:nvPr>
            <p:ph type="subTitle" idx="9"/>
          </p:nvPr>
        </p:nvSpPr>
        <p:spPr>
          <a:xfrm>
            <a:off x="3611850" y="2707575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75" name="Google Shape;375;p31"/>
          <p:cNvSpPr txBox="1">
            <a:spLocks noGrp="1"/>
          </p:cNvSpPr>
          <p:nvPr>
            <p:ph type="subTitle" idx="13"/>
          </p:nvPr>
        </p:nvSpPr>
        <p:spPr>
          <a:xfrm>
            <a:off x="3611850" y="4076800"/>
            <a:ext cx="2120400" cy="168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76" name="Google Shape;376;p31"/>
          <p:cNvSpPr txBox="1">
            <a:spLocks noGrp="1"/>
          </p:cNvSpPr>
          <p:nvPr>
            <p:ph type="subTitle" idx="14"/>
          </p:nvPr>
        </p:nvSpPr>
        <p:spPr>
          <a:xfrm>
            <a:off x="6258900" y="3267725"/>
            <a:ext cx="2478300" cy="5007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377" name="Google Shape;377;p31"/>
          <p:cNvSpPr txBox="1">
            <a:spLocks noGrp="1"/>
          </p:cNvSpPr>
          <p:nvPr>
            <p:ph type="subTitle" idx="15"/>
          </p:nvPr>
        </p:nvSpPr>
        <p:spPr>
          <a:xfrm>
            <a:off x="6258900" y="3955225"/>
            <a:ext cx="2478300" cy="330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Urbanist"/>
              <a:buNone/>
              <a:defRPr b="1" u="sng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80" name="Google Shape;380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5" name="Google Shape;385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8" name="Google Shape;388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4" name="Google Shape;394;p3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99" name="Google Shape;399;p3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0" name="Google Shape;400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4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4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05" name="Google Shape;405;p4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4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9" name="Google Shape;409;p4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10" name="Google Shape;410;p4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11" name="Google Shape;411;p4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12" name="Google Shape;412;p4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13" name="Google Shape;413;p4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14" name="Google Shape;414;p4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17" name="Google Shape;417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18" name="Google Shape;418;p4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4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21" name="Google Shape;421;p4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24" name="Google Shape;424;p4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4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27" name="Google Shape;427;p4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32" name="Google Shape;432;p46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4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35" name="Google Shape;435;p4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36" name="Google Shape;436;p4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37" name="Google Shape;437;p4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38" name="Google Shape;438;p4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39" name="Google Shape;439;p4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0" name="Google Shape;440;p4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1" name="Google Shape;441;p4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42" name="Google Shape;442;p4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45" name="Google Shape;445;p4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4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48" name="Google Shape;448;p4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49" name="Google Shape;449;p4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50" name="Google Shape;450;p4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53" name="Google Shape;453;p4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7" name="Google Shape;457;p5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9" name="Google Shape;459;p5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5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61" name="Google Shape;461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62" name="Google Shape;462;p5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63" name="Google Shape;463;p5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64" name="Google Shape;464;p5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5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5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2" name="Google Shape;472;p5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3" name="Google Shape;473;p5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4" name="Google Shape;474;p5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5" name="Google Shape;475;p5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6" name="Google Shape;476;p5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77" name="Google Shape;477;p5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body" idx="1"/>
          </p:nvPr>
        </p:nvSpPr>
        <p:spPr>
          <a:xfrm>
            <a:off x="228600" y="1452125"/>
            <a:ext cx="5760600" cy="34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228600" y="85200"/>
            <a:ext cx="5236500" cy="109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 Medium"/>
              <a:buNone/>
              <a:defRPr sz="3000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Urbanist"/>
              <a:buNone/>
              <a:defRPr sz="30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4562525" y="1518250"/>
            <a:ext cx="3880800" cy="276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●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○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Char char="■"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616">
          <p15:clr>
            <a:srgbClr val="E46962"/>
          </p15:clr>
        </p15:guide>
        <p15:guide id="2" pos="144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2850">
          <p15:clr>
            <a:srgbClr val="E46962"/>
          </p15:clr>
        </p15:guide>
        <p15:guide id="6" pos="2910">
          <p15:clr>
            <a:srgbClr val="E46962"/>
          </p15:clr>
        </p15:guide>
        <p15:guide id="7" pos="1468">
          <p15:clr>
            <a:srgbClr val="E46962"/>
          </p15:clr>
        </p15:guide>
        <p15:guide id="8" pos="1527">
          <p15:clr>
            <a:srgbClr val="E46962"/>
          </p15:clr>
        </p15:guide>
        <p15:guide id="9" pos="4233">
          <p15:clr>
            <a:srgbClr val="E46962"/>
          </p15:clr>
        </p15:guide>
        <p15:guide id="10" pos="4292">
          <p15:clr>
            <a:srgbClr val="E46962"/>
          </p15:clr>
        </p15:guide>
        <p15:guide id="11" pos="3773">
          <p15:clr>
            <a:srgbClr val="E46962"/>
          </p15:clr>
        </p15:guide>
        <p15:guide id="12" pos="3830">
          <p15:clr>
            <a:srgbClr val="E46962"/>
          </p15:clr>
        </p15:guide>
        <p15:guide id="13" pos="1930">
          <p15:clr>
            <a:srgbClr val="E46962"/>
          </p15:clr>
        </p15:guide>
        <p15:guide id="14" pos="1987">
          <p15:clr>
            <a:srgbClr val="E46962"/>
          </p15:clr>
        </p15:guide>
        <p15:guide id="15" orient="horz" pos="288">
          <p15:clr>
            <a:srgbClr val="E46962"/>
          </p15:clr>
        </p15:guide>
        <p15:guide id="16" orient="horz" pos="2950">
          <p15:clr>
            <a:srgbClr val="E46962"/>
          </p15:clr>
        </p15:guide>
        <p15:guide id="17" orient="horz" pos="1135">
          <p15:clr>
            <a:srgbClr val="E46962"/>
          </p15:clr>
        </p15:guide>
        <p15:guide id="18" orient="horz" pos="1194">
          <p15:clr>
            <a:srgbClr val="E46962"/>
          </p15:clr>
        </p15:guide>
        <p15:guide id="19" orient="horz" pos="2043">
          <p15:clr>
            <a:srgbClr val="E46962"/>
          </p15:clr>
        </p15:guide>
        <p15:guide id="20" orient="horz" pos="2103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>
            <a:spLocks noGrp="1"/>
          </p:cNvSpPr>
          <p:nvPr>
            <p:ph type="title"/>
          </p:nvPr>
        </p:nvSpPr>
        <p:spPr>
          <a:xfrm>
            <a:off x="284325" y="283100"/>
            <a:ext cx="4517700" cy="5373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 sabemos de IA?</a:t>
            </a:r>
            <a:endParaRPr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CFD4A91-98CF-31D2-2353-9EE2B57B0D41}"/>
              </a:ext>
            </a:extLst>
          </p:cNvPr>
          <p:cNvSpPr txBox="1"/>
          <p:nvPr/>
        </p:nvSpPr>
        <p:spPr>
          <a:xfrm>
            <a:off x="225137" y="1097097"/>
            <a:ext cx="42325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</a:rPr>
              <a:t>Aprende de la información que le damos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</a:rPr>
              <a:t>Interpreta varios patrones para razonar y aprender 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</a:rPr>
              <a:t>  </a:t>
            </a: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 Machine </a:t>
            </a:r>
            <a:r>
              <a:rPr lang="es-MX" dirty="0" err="1">
                <a:solidFill>
                  <a:schemeClr val="bg1"/>
                </a:solidFill>
                <a:sym typeface="Wingdings" panose="05000000000000000000" pitchFamily="2" charset="2"/>
              </a:rPr>
              <a:t>Learning</a:t>
            </a: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 / Aprendizaje </a:t>
            </a:r>
            <a:r>
              <a:rPr lang="es-MX" dirty="0" err="1">
                <a:solidFill>
                  <a:schemeClr val="bg1"/>
                </a:solidFill>
                <a:sym typeface="Wingdings" panose="05000000000000000000" pitchFamily="2" charset="2"/>
              </a:rPr>
              <a:t>Automatico</a:t>
            </a:r>
            <a:endParaRPr lang="es-MX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  -&gt; NLP (Procesamiento Lenguaje Natural)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  -&gt; Vectorización</a:t>
            </a:r>
          </a:p>
          <a:p>
            <a:pPr marL="285750" indent="-285750">
              <a:buFontTx/>
              <a:buChar char="-"/>
            </a:pPr>
            <a:endParaRPr lang="es-MX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es-CO" dirty="0">
              <a:solidFill>
                <a:schemeClr val="bg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4D15DE2-6613-A05B-30DD-00F4EF90A68B}"/>
              </a:ext>
            </a:extLst>
          </p:cNvPr>
          <p:cNvSpPr txBox="1"/>
          <p:nvPr/>
        </p:nvSpPr>
        <p:spPr>
          <a:xfrm>
            <a:off x="6400801" y="842914"/>
            <a:ext cx="159691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</a:rPr>
              <a:t>Herramientas:</a:t>
            </a:r>
            <a:br>
              <a:rPr lang="es-MX" dirty="0">
                <a:solidFill>
                  <a:schemeClr val="bg1"/>
                </a:solidFill>
              </a:rPr>
            </a:br>
            <a:r>
              <a:rPr lang="es-MX" dirty="0">
                <a:solidFill>
                  <a:schemeClr val="bg1"/>
                </a:solidFill>
              </a:rPr>
              <a:t>- Claude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Cursor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</a:t>
            </a:r>
            <a:r>
              <a:rPr lang="es-MX" dirty="0" err="1">
                <a:solidFill>
                  <a:schemeClr val="bg1"/>
                </a:solidFill>
                <a:sym typeface="Wingdings" panose="05000000000000000000" pitchFamily="2" charset="2"/>
              </a:rPr>
              <a:t>Copilot</a:t>
            </a:r>
            <a:endParaRPr lang="es-MX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</a:t>
            </a:r>
            <a:r>
              <a:rPr lang="es-MX" dirty="0" err="1">
                <a:solidFill>
                  <a:schemeClr val="bg1"/>
                </a:solidFill>
                <a:sym typeface="Wingdings" panose="05000000000000000000" pitchFamily="2" charset="2"/>
              </a:rPr>
              <a:t>ChatGPT</a:t>
            </a:r>
            <a:endParaRPr lang="es-MX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Gemini</a:t>
            </a:r>
          </a:p>
          <a:p>
            <a:pPr marL="285750" indent="-285750">
              <a:buFontTx/>
              <a:buChar char="-"/>
            </a:pPr>
            <a:endParaRPr lang="es-MX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es-CO" dirty="0">
              <a:solidFill>
                <a:schemeClr val="bg1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5FEF84C-E0E4-CCD8-F629-1683ECFA27CB}"/>
              </a:ext>
            </a:extLst>
          </p:cNvPr>
          <p:cNvSpPr txBox="1"/>
          <p:nvPr/>
        </p:nvSpPr>
        <p:spPr>
          <a:xfrm>
            <a:off x="284325" y="3030740"/>
            <a:ext cx="547778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</a:rPr>
              <a:t>Hoy en día: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Videos publicitarios para los candidatos presidenciales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Publicidad en productos de consumo masivo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Contenido de redes sociales EJ: </a:t>
            </a:r>
            <a:r>
              <a:rPr lang="es-MX" dirty="0" err="1">
                <a:solidFill>
                  <a:schemeClr val="bg1"/>
                </a:solidFill>
                <a:sym typeface="Wingdings" panose="05000000000000000000" pitchFamily="2" charset="2"/>
              </a:rPr>
              <a:t>FrutiNovelas</a:t>
            </a: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 (</a:t>
            </a:r>
            <a:r>
              <a:rPr lang="es-MX" dirty="0" err="1">
                <a:solidFill>
                  <a:schemeClr val="bg1"/>
                </a:solidFill>
                <a:sym typeface="Wingdings" panose="05000000000000000000" pitchFamily="2" charset="2"/>
              </a:rPr>
              <a:t>BananNegra</a:t>
            </a: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)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Algoritmo que controla lo que consumimos en Redes sociales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Recomendación de películas y canciones (Netflix - Spotify) 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- </a:t>
            </a:r>
            <a:r>
              <a:rPr lang="es-MX" dirty="0" err="1">
                <a:solidFill>
                  <a:schemeClr val="bg1"/>
                </a:solidFill>
                <a:sym typeface="Wingdings" panose="05000000000000000000" pitchFamily="2" charset="2"/>
              </a:rPr>
              <a:t>ChatBots</a:t>
            </a:r>
            <a:endParaRPr lang="es-MX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s-MX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endParaRPr lang="es-CO" dirty="0">
              <a:solidFill>
                <a:schemeClr val="bg1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4B4BCAD-E454-659F-BFFE-681D1A4DB26B}"/>
              </a:ext>
            </a:extLst>
          </p:cNvPr>
          <p:cNvSpPr txBox="1"/>
          <p:nvPr/>
        </p:nvSpPr>
        <p:spPr>
          <a:xfrm>
            <a:off x="6248399" y="2445268"/>
            <a:ext cx="221672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Tx/>
              <a:buChar char="-"/>
            </a:pPr>
            <a:r>
              <a:rPr lang="es-MX" dirty="0">
                <a:solidFill>
                  <a:schemeClr val="bg1"/>
                </a:solidFill>
              </a:rPr>
              <a:t>AUTOMATIZACIÓN</a:t>
            </a:r>
          </a:p>
          <a:p>
            <a:pPr marL="285750" indent="-285750" algn="ctr">
              <a:buFontTx/>
              <a:buChar char="-"/>
            </a:pPr>
            <a:r>
              <a:rPr lang="es-MX" dirty="0">
                <a:solidFill>
                  <a:schemeClr val="bg1"/>
                </a:solidFill>
                <a:sym typeface="Wingdings" panose="05000000000000000000" pitchFamily="2" charset="2"/>
              </a:rPr>
              <a:t>ES DIFERENTE A LA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54"/>
          <p:cNvSpPr txBox="1">
            <a:spLocks noGrp="1"/>
          </p:cNvSpPr>
          <p:nvPr>
            <p:ph type="title"/>
          </p:nvPr>
        </p:nvSpPr>
        <p:spPr>
          <a:xfrm>
            <a:off x="284325" y="283100"/>
            <a:ext cx="3831600" cy="9819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Cómo aprendemos nosotros?</a:t>
            </a:r>
            <a:endParaRPr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45E45A1-6365-1A5F-AC73-8D0AFDC46842}"/>
              </a:ext>
            </a:extLst>
          </p:cNvPr>
          <p:cNvSpPr txBox="1"/>
          <p:nvPr/>
        </p:nvSpPr>
        <p:spPr>
          <a:xfrm>
            <a:off x="4572000" y="408709"/>
            <a:ext cx="4381328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</a:rPr>
              <a:t>- Practica </a:t>
            </a: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 Ensayo y Error (Varias repeticiones)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- Observando e imitando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- Memorización de procesos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- Asociación (Vi esto en otra parte)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- Razonamiento / </a:t>
            </a:r>
            <a:r>
              <a:rPr lang="es-MX" dirty="0" err="1">
                <a:solidFill>
                  <a:schemeClr val="bg2"/>
                </a:solidFill>
                <a:sym typeface="Wingdings" panose="05000000000000000000" pitchFamily="2" charset="2"/>
              </a:rPr>
              <a:t>Intuicion</a:t>
            </a:r>
            <a:endParaRPr lang="es-MX" dirty="0">
              <a:solidFill>
                <a:schemeClr val="bg2"/>
              </a:solidFill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- Aprender por </a:t>
            </a:r>
            <a:r>
              <a:rPr lang="es-MX" dirty="0" err="1">
                <a:solidFill>
                  <a:schemeClr val="bg2"/>
                </a:solidFill>
                <a:sym typeface="Wingdings" panose="05000000000000000000" pitchFamily="2" charset="2"/>
              </a:rPr>
              <a:t>estimulos</a:t>
            </a: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 (Con Música)</a:t>
            </a:r>
          </a:p>
          <a:p>
            <a:endParaRPr lang="es-CO" dirty="0">
              <a:solidFill>
                <a:schemeClr val="bg2"/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5607AD6-1685-EFC8-596A-23CDC40208D0}"/>
              </a:ext>
            </a:extLst>
          </p:cNvPr>
          <p:cNvSpPr txBox="1"/>
          <p:nvPr/>
        </p:nvSpPr>
        <p:spPr>
          <a:xfrm>
            <a:off x="52125" y="1612075"/>
            <a:ext cx="452880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solidFill>
                  <a:schemeClr val="bg2"/>
                </a:solidFill>
              </a:rPr>
              <a:t>Aprendizaje Supervisado</a:t>
            </a:r>
          </a:p>
          <a:p>
            <a:endParaRPr lang="es-MX" dirty="0">
              <a:solidFill>
                <a:schemeClr val="bg2"/>
              </a:solidFill>
            </a:endParaRP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</a:rPr>
              <a:t>Memorización de procesos / Clientes anteriores  </a:t>
            </a: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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Aplicar el aprendizaje a observaciones futuras </a:t>
            </a:r>
            <a:endParaRPr lang="es-MX" dirty="0">
              <a:solidFill>
                <a:schemeClr val="bg2"/>
              </a:solidFill>
            </a:endParaRP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</a:rPr>
              <a:t>Razonamiento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</a:rPr>
              <a:t>Observar e Imitar</a:t>
            </a:r>
            <a:endParaRPr lang="es-CO" dirty="0">
              <a:solidFill>
                <a:schemeClr val="bg2"/>
              </a:solidFill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E1B3E33-3AFD-5BA1-98A7-DA73226F2D00}"/>
              </a:ext>
            </a:extLst>
          </p:cNvPr>
          <p:cNvSpPr txBox="1"/>
          <p:nvPr/>
        </p:nvSpPr>
        <p:spPr>
          <a:xfrm>
            <a:off x="264522" y="3344145"/>
            <a:ext cx="410400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solidFill>
                  <a:schemeClr val="bg2"/>
                </a:solidFill>
              </a:rPr>
              <a:t>Aprendizaje No Supervisado</a:t>
            </a:r>
          </a:p>
          <a:p>
            <a:r>
              <a:rPr lang="es-MX" dirty="0">
                <a:solidFill>
                  <a:schemeClr val="bg2"/>
                </a:solidFill>
              </a:rPr>
              <a:t> - Agrupaciones</a:t>
            </a:r>
          </a:p>
          <a:p>
            <a:r>
              <a:rPr lang="es-MX" dirty="0">
                <a:solidFill>
                  <a:schemeClr val="bg2"/>
                </a:solidFill>
              </a:rPr>
              <a:t> - Reducción de dimensionalidad (Resumir datos)</a:t>
            </a:r>
          </a:p>
          <a:p>
            <a:endParaRPr lang="es-MX" dirty="0">
              <a:solidFill>
                <a:schemeClr val="bg2"/>
              </a:solidFill>
            </a:endParaRP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</a:rPr>
              <a:t>Asociación</a:t>
            </a:r>
          </a:p>
          <a:p>
            <a:pPr marL="285750" indent="-285750">
              <a:buFontTx/>
              <a:buChar char="-"/>
            </a:pPr>
            <a:r>
              <a:rPr lang="es-MX" dirty="0">
                <a:solidFill>
                  <a:schemeClr val="bg2"/>
                </a:solidFill>
              </a:rPr>
              <a:t>Intuición</a:t>
            </a:r>
            <a:endParaRPr lang="es-CO" dirty="0">
              <a:solidFill>
                <a:schemeClr val="bg2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717B2BC-2A96-003B-8562-F4B1EFF90964}"/>
              </a:ext>
            </a:extLst>
          </p:cNvPr>
          <p:cNvSpPr txBox="1"/>
          <p:nvPr/>
        </p:nvSpPr>
        <p:spPr>
          <a:xfrm>
            <a:off x="4860541" y="2467841"/>
            <a:ext cx="409278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>
                <a:solidFill>
                  <a:schemeClr val="bg2"/>
                </a:solidFill>
              </a:rPr>
              <a:t>Aprendizaje Por Refuerzo</a:t>
            </a:r>
          </a:p>
          <a:p>
            <a:endParaRPr lang="es-MX" dirty="0">
              <a:solidFill>
                <a:schemeClr val="bg2"/>
              </a:solidFill>
            </a:endParaRPr>
          </a:p>
          <a:p>
            <a:r>
              <a:rPr lang="es-MX" dirty="0">
                <a:solidFill>
                  <a:schemeClr val="bg2"/>
                </a:solidFill>
              </a:rPr>
              <a:t>- Practica </a:t>
            </a: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 Ensayo y Error (Varias repeticiones)</a:t>
            </a:r>
          </a:p>
          <a:p>
            <a:endParaRPr lang="es-MX" dirty="0">
              <a:solidFill>
                <a:schemeClr val="bg2"/>
              </a:solidFill>
            </a:endParaRPr>
          </a:p>
          <a:p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- Aprender por </a:t>
            </a:r>
            <a:r>
              <a:rPr lang="es-MX" dirty="0" err="1">
                <a:solidFill>
                  <a:schemeClr val="bg2"/>
                </a:solidFill>
                <a:sym typeface="Wingdings" panose="05000000000000000000" pitchFamily="2" charset="2"/>
              </a:rPr>
              <a:t>estimulos</a:t>
            </a:r>
            <a:r>
              <a:rPr lang="es-MX" dirty="0">
                <a:solidFill>
                  <a:schemeClr val="bg2"/>
                </a:solidFill>
                <a:sym typeface="Wingdings" panose="05000000000000000000" pitchFamily="2" charset="2"/>
              </a:rPr>
              <a:t> (Con Música)</a:t>
            </a:r>
          </a:p>
          <a:p>
            <a:endParaRPr lang="es-CO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ark Particles">
  <a:themeElements>
    <a:clrScheme name="Simple Light">
      <a:dk1>
        <a:srgbClr val="000000"/>
      </a:dk1>
      <a:lt1>
        <a:srgbClr val="FFFFFF"/>
      </a:lt1>
      <a:dk2>
        <a:srgbClr val="F5F5F5"/>
      </a:dk2>
      <a:lt2>
        <a:srgbClr val="323232"/>
      </a:lt2>
      <a:accent1>
        <a:srgbClr val="434343"/>
      </a:accent1>
      <a:accent2>
        <a:srgbClr val="252525"/>
      </a:accent2>
      <a:accent3>
        <a:srgbClr val="DEFF9A"/>
      </a:accent3>
      <a:accent4>
        <a:srgbClr val="DAFFDE"/>
      </a:accent4>
      <a:accent5>
        <a:srgbClr val="4CDC8B"/>
      </a:accent5>
      <a:accent6>
        <a:srgbClr val="4C7FDC"/>
      </a:accent6>
      <a:hlink>
        <a:srgbClr val="18181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208</Words>
  <Application>Microsoft Office PowerPoint</Application>
  <PresentationFormat>Presentación en pantalla (16:9)</PresentationFormat>
  <Paragraphs>44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Arial</vt:lpstr>
      <vt:lpstr>Urbanist SemiBold</vt:lpstr>
      <vt:lpstr>Wingdings</vt:lpstr>
      <vt:lpstr>Urbanist</vt:lpstr>
      <vt:lpstr>Urbanist Medium</vt:lpstr>
      <vt:lpstr>Simple Light</vt:lpstr>
      <vt:lpstr>Dark Particles</vt:lpstr>
      <vt:lpstr>Que sabemos de IA?</vt:lpstr>
      <vt:lpstr>Cómo aprendemos nosotros?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Cristian David Sainea Céspedes</cp:lastModifiedBy>
  <cp:revision>2</cp:revision>
  <dcterms:modified xsi:type="dcterms:W3CDTF">2026-05-21T03:03:16Z</dcterms:modified>
</cp:coreProperties>
</file>
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5"/>
  </p:notesMasterIdLst>
  <p:sldIdLst>
    <p:sldId id="256" r:id="rId3"/>
    <p:sldId id="257" r:id="rId4"/>
  </p:sldIdLst>
  <p:sldSz cx="9144000" cy="5143500" type="screen16x9"/>
  <p:notesSz cx="6858000" cy="9144000"/>
  <p:embeddedFontLst>
    <p:embeddedFont>
      <p:font typeface="Urbanist" panose="020B0604020202020204" charset="0"/>
      <p:regular r:id="rId6"/>
      <p:bold r:id="rId7"/>
      <p:italic r:id="rId8"/>
      <p:boldItalic r:id="rId9"/>
    </p:embeddedFont>
    <p:embeddedFont>
      <p:font typeface="Urbanist Medium" panose="020B0604020202020204" charset="0"/>
      <p:regular r:id="rId10"/>
      <p:bold r:id="rId11"/>
      <p:italic r:id="rId12"/>
      <p:boldItalic r:id="rId13"/>
    </p:embeddedFont>
    <p:embeddedFont>
      <p:font typeface="Urbanist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3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184fbdd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184fbdd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184fbdd34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184fbdd34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l="3133" t="16785" r="7834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6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8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8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8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9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49" name="Google Shape;149;p20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" name="Google Shape;158;p20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1" name="Google Shape;161;p20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6" name="Google Shape;186;p22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0" name="Google Shape;190;p22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4" name="Google Shape;194;p22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8" name="Google Shape;198;p22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0" t="34" r="25038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7" name="Google Shape;207;p23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219" name="Google Shape;219;p24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5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25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2" name="Google Shape;232;p25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6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0" name="Google Shape;250;p26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6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2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28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97" name="Google Shape;297;p28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28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9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14" name="Google Shape;314;p29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9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9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5" name="Google Shape;325;p29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29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29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8" name="Google Shape;328;p29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29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35" name="Google Shape;335;p30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37" name="Google Shape;337;p30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38" name="Google Shape;338;p30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9" name="Google Shape;339;p30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40" name="Google Shape;340;p3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6" name="Google Shape;346;p30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8" name="Google Shape;348;p30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9" name="Google Shape;349;p30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1" name="Google Shape;351;p30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2" name="Google Shape;352;p30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3" name="Google Shape;353;p30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4" name="Google Shape;354;p30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30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30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30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1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31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2" name="Google Shape;372;p31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73" name="Google Shape;373;p31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1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6" name="Google Shape;376;p31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7" name="Google Shape;377;p31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0" name="Google Shape;380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4" name="Google Shape;394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0" name="Google Shape;400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4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0" name="Google Shape;410;p4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1" name="Google Shape;411;p4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2" name="Google Shape;412;p4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3" name="Google Shape;413;p4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4" name="Google Shape;414;p4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4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4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4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4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" name="Google Shape;424;p4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7" name="Google Shape;427;p4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4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4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4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2" name="Google Shape;432;p4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4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4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4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4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0" name="Google Shape;440;p4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1" name="Google Shape;441;p4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4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8" name="Google Shape;448;p4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1" name="Google Shape;45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3" name="Google Shape;453;p4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6" name="Google Shape;456;p5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5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1" name="Google Shape;46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5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3" name="Google Shape;463;p5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4" name="Google Shape;464;p5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284325" y="283100"/>
            <a:ext cx="45177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sabemos de IA?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"/>
          <p:cNvSpPr txBox="1">
            <a:spLocks noGrp="1"/>
          </p:cNvSpPr>
          <p:nvPr>
            <p:ph type="title"/>
          </p:nvPr>
        </p:nvSpPr>
        <p:spPr>
          <a:xfrm>
            <a:off x="284325" y="283100"/>
            <a:ext cx="3831600" cy="98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Cómo aprendemos nosotros?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Presentación en pantalla (16:9)</PresentationFormat>
  <Paragraphs>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Urbanist SemiBold</vt:lpstr>
      <vt:lpstr>Urbanist</vt:lpstr>
      <vt:lpstr>Urbanist Medium</vt:lpstr>
      <vt:lpstr>Arial</vt:lpstr>
      <vt:lpstr>Simple Light</vt:lpstr>
      <vt:lpstr>Dark Particles</vt:lpstr>
      <vt:lpstr>Que sabemos de IA?</vt:lpstr>
      <vt:lpstr>Cómo aprendemos nosotros?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Cristian David Sainea Céspedes</cp:lastModifiedBy>
  <cp:revision>1</cp:revision>
  <dcterms:modified xsi:type="dcterms:W3CDTF">2026-05-20T22:07:26Z</dcterms:modified>
</cp:coreProperties>
</file>